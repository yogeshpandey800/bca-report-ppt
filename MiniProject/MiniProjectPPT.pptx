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9"/>
  </p:notesMasterIdLst>
  <p:handoutMasterIdLst>
    <p:handoutMasterId r:id="rId20"/>
  </p:handoutMasterIdLst>
  <p:sldIdLst>
    <p:sldId id="298" r:id="rId5"/>
    <p:sldId id="277" r:id="rId6"/>
    <p:sldId id="262" r:id="rId7"/>
    <p:sldId id="300" r:id="rId8"/>
    <p:sldId id="264" r:id="rId9"/>
    <p:sldId id="258" r:id="rId10"/>
    <p:sldId id="278" r:id="rId11"/>
    <p:sldId id="295" r:id="rId12"/>
    <p:sldId id="280" r:id="rId13"/>
    <p:sldId id="296" r:id="rId14"/>
    <p:sldId id="297" r:id="rId15"/>
    <p:sldId id="299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969" autoAdjust="0"/>
  </p:normalViewPr>
  <p:slideViewPr>
    <p:cSldViewPr snapToGrid="0">
      <p:cViewPr>
        <p:scale>
          <a:sx n="64" d="100"/>
          <a:sy n="64" d="100"/>
        </p:scale>
        <p:origin x="978" y="7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12/5/2022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12/5/2022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22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D3D7-5CB7-C864-B153-914D4E0BA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34911"/>
            <a:ext cx="5111750" cy="253575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700" b="1" dirty="0"/>
              <a:t>Mini project PRESENTATION</a:t>
            </a:r>
            <a:br>
              <a:rPr lang="en-IN" sz="2700" b="1" u="sng" dirty="0"/>
            </a:br>
            <a:br>
              <a:rPr lang="en-IN" sz="2700" b="1" u="sng" dirty="0"/>
            </a:br>
            <a:r>
              <a:rPr lang="en-IN" sz="2700" b="1" dirty="0"/>
              <a:t>topic</a:t>
            </a:r>
            <a:br>
              <a:rPr lang="en-IN" b="1" dirty="0"/>
            </a:br>
            <a:br>
              <a:rPr lang="en-IN" b="1" dirty="0"/>
            </a:br>
            <a:r>
              <a:rPr lang="en-IN" sz="3100" b="1" u="sng" dirty="0"/>
              <a:t>transportation services website</a:t>
            </a:r>
            <a:br>
              <a:rPr lang="en-IN" sz="3100" b="1" dirty="0"/>
            </a:br>
            <a:endParaRPr lang="en-IN" sz="31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2EF45-BDAE-A5F7-B10A-42163AFAA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600" dirty="0"/>
              <a:t>NAME : YOGESH KUMAR PANDEY (ECC2014001)</a:t>
            </a:r>
          </a:p>
          <a:p>
            <a:r>
              <a:rPr lang="en-IN" sz="1600" dirty="0"/>
              <a:t>            SUMIT BIND (ECC2014012)</a:t>
            </a:r>
          </a:p>
          <a:p>
            <a:endParaRPr lang="en-IN" sz="1600" dirty="0"/>
          </a:p>
          <a:p>
            <a:r>
              <a:rPr lang="en-IN" sz="1600" dirty="0"/>
              <a:t>ADVISOR: Miss. DEEPALI MISHRA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DC56E-DCDB-8A07-BE2B-2EA4C52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84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/>
          <a:lstStyle/>
          <a:p>
            <a:r>
              <a:rPr lang="en-ZA" dirty="0"/>
              <a:t>ABOUT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8" y="2924175"/>
            <a:ext cx="3654137" cy="25193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project is based on Packers &amp; Movers which is SERVICE based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website will provide a way for customers to reach out service-providers directly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352534"/>
            <a:ext cx="8421688" cy="1325563"/>
          </a:xfrm>
        </p:spPr>
        <p:txBody>
          <a:bodyPr/>
          <a:lstStyle/>
          <a:p>
            <a:r>
              <a:rPr lang="en-US" dirty="0"/>
              <a:t>Why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99783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MARKET GAP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505058"/>
            <a:ext cx="4031030" cy="1057308"/>
          </a:xfrm>
        </p:spPr>
        <p:txBody>
          <a:bodyPr>
            <a:normAutofit/>
          </a:bodyPr>
          <a:lstStyle/>
          <a:p>
            <a:r>
              <a:rPr lang="en-US" sz="1600" dirty="0"/>
              <a:t>Lack of digital presence makes customers doubtful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997833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CUSTOMERS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505058"/>
            <a:ext cx="4031030" cy="1057308"/>
          </a:xfrm>
        </p:spPr>
        <p:txBody>
          <a:bodyPr/>
          <a:lstStyle/>
          <a:p>
            <a:r>
              <a:rPr lang="en-US" sz="1600" dirty="0"/>
              <a:t>Takes lots of effort to prove your confidentiality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754141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FINANCIALS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5261366"/>
            <a:ext cx="4031030" cy="1057308"/>
          </a:xfrm>
        </p:spPr>
        <p:txBody>
          <a:bodyPr/>
          <a:lstStyle/>
          <a:p>
            <a:r>
              <a:rPr lang="en-US" sz="1600" dirty="0"/>
              <a:t>Third-Party listings aren’t cost-effective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754141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ADVERTISEMENT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5261366"/>
            <a:ext cx="4031030" cy="1057308"/>
          </a:xfrm>
        </p:spPr>
        <p:txBody>
          <a:bodyPr>
            <a:normAutofit/>
          </a:bodyPr>
          <a:lstStyle/>
          <a:p>
            <a:r>
              <a:rPr lang="en-US" sz="1600" dirty="0"/>
              <a:t>Offline advertisements do not provide the reach needed to grow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3D51D-52B8-BA87-06E8-01C86FFC9A86}"/>
              </a:ext>
            </a:extLst>
          </p:cNvPr>
          <p:cNvSpPr txBox="1"/>
          <p:nvPr/>
        </p:nvSpPr>
        <p:spPr>
          <a:xfrm>
            <a:off x="2430905" y="1704431"/>
            <a:ext cx="7330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Due to lack of own platform, the following problems were being faced.</a:t>
            </a:r>
          </a:p>
          <a:p>
            <a:r>
              <a:rPr lang="en-IN" dirty="0"/>
              <a:t>The objective is to tackle them.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THE PROJECT WILL PROVIDE FOLLOWING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CLOSE THE GAP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/>
          <a:p>
            <a:r>
              <a:rPr lang="en-US" sz="1600" dirty="0"/>
              <a:t>Enough details on your platform makes customers believe your services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TARGET AUDIENCE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/>
          <a:lstStyle/>
          <a:p>
            <a:r>
              <a:rPr lang="en-US" sz="1600" dirty="0"/>
              <a:t>With the help of a website, you can target customers by running advertisement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COST SAVINGS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/>
          <a:lstStyle/>
          <a:p>
            <a:r>
              <a:rPr lang="en-US" sz="1600" dirty="0"/>
              <a:t>Reduce expenses by making you to not rely on third-party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EASY TO USE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/>
          <a:p>
            <a:r>
              <a:rPr lang="en-US" sz="1600" dirty="0"/>
              <a:t>Simple design that gives customers the targeted information they need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/>
          <a:lstStyle/>
          <a:p>
            <a:r>
              <a:rPr lang="en-US" dirty="0"/>
              <a:t>project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/>
              <a:t>Will increase reach drastically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/>
              <a:t>Number of engaged-customers will ultimately help to grow your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/>
              <a:t> Easy to use platform to share data instantly and avail services as soon as possible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ZA" dirty="0"/>
              <a:t>React.js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0169" y="2300176"/>
            <a:ext cx="5431971" cy="2826005"/>
          </a:xfrm>
        </p:spPr>
        <p:txBody>
          <a:bodyPr>
            <a:normAutofit/>
          </a:bodyPr>
          <a:lstStyle/>
          <a:p>
            <a:r>
              <a:rPr lang="en-IN" sz="1600" dirty="0">
                <a:effectLst/>
                <a:ea typeface="Calibri" panose="020F0502020204030204" pitchFamily="34" charset="0"/>
              </a:rPr>
              <a:t>React is a declarative, efficient, and flexible JavaScript library for building user interfaces. It lets you compose complex UIs from small and isolated pieces of code called “components”.</a:t>
            </a:r>
            <a:endParaRPr lang="en-ZA" sz="16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7F7C-8865-7F41-DE7B-41A91591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Styled-components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39917-E205-FD0D-59E0-D5C57D2775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9680" y="2411013"/>
            <a:ext cx="5431971" cy="254891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spc="10" dirty="0">
                <a:solidFill>
                  <a:srgbClr val="273239"/>
                </a:solidFill>
                <a:effectLst/>
                <a:latin typeface="Tenorite (Body)"/>
                <a:ea typeface="Calibri" panose="020F0502020204030204" pitchFamily="34" charset="0"/>
                <a:cs typeface="Times New Roman" panose="02020603050405020304" pitchFamily="18" charset="0"/>
              </a:rPr>
              <a:t>Styled-component Module allows us to write CSS within JavaScript </a:t>
            </a:r>
            <a:endParaRPr lang="en-IN" sz="1600" dirty="0">
              <a:effectLst/>
              <a:latin typeface="Tenorite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202124"/>
                </a:solidFill>
                <a:effectLst/>
                <a:latin typeface="Tenorite (Body)"/>
                <a:ea typeface="Calibri" panose="020F0502020204030204" pitchFamily="34" charset="0"/>
                <a:cs typeface="Times New Roman" panose="02020603050405020304" pitchFamily="18" charset="0"/>
              </a:rPr>
              <a:t>styled-components is a React-specific CSS-in-JS styling solution that creates a platform for developers to write actual CSS code to style React components</a:t>
            </a:r>
            <a:endParaRPr lang="en-IN" sz="1600" dirty="0">
              <a:effectLst/>
              <a:latin typeface="Tenorite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4D5E719-C2BD-19FA-63A4-2E239A65717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921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ZA" dirty="0"/>
              <a:t>Project structure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154375" y="2332235"/>
            <a:ext cx="1706965" cy="492025"/>
          </a:xfrm>
        </p:spPr>
        <p:txBody>
          <a:bodyPr>
            <a:normAutofit/>
          </a:bodyPr>
          <a:lstStyle/>
          <a:p>
            <a:r>
              <a:rPr lang="en-ZA" sz="1600" dirty="0"/>
              <a:t>About us page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BD1918-91E9-45FF-B758-93DAFA9EAF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5937" y="2337565"/>
            <a:ext cx="1393863" cy="492025"/>
          </a:xfrm>
        </p:spPr>
        <p:txBody>
          <a:bodyPr/>
          <a:lstStyle/>
          <a:p>
            <a:r>
              <a:rPr lang="en-US" sz="1600" dirty="0"/>
              <a:t>Home page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17516" y="4220252"/>
            <a:ext cx="1380681" cy="492025"/>
          </a:xfrm>
        </p:spPr>
        <p:txBody>
          <a:bodyPr>
            <a:noAutofit/>
          </a:bodyPr>
          <a:lstStyle/>
          <a:p>
            <a:r>
              <a:rPr lang="en-ZA" sz="1600" dirty="0"/>
              <a:t>Contact page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8268" y="4289405"/>
            <a:ext cx="1706965" cy="492025"/>
          </a:xfrm>
        </p:spPr>
        <p:txBody>
          <a:bodyPr>
            <a:noAutofit/>
          </a:bodyPr>
          <a:lstStyle/>
          <a:p>
            <a:r>
              <a:rPr lang="en-ZA" sz="1600" dirty="0"/>
              <a:t>Our services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9</a:t>
            </a:fld>
            <a:endParaRPr lang="en-Z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EAFC0D-DD1F-AFEB-91C1-64A14DEA6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757" y="2086223"/>
            <a:ext cx="3687689" cy="16123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38040A-38C4-D28B-5ECC-693BBBDC9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336" y="2090765"/>
            <a:ext cx="3727113" cy="15676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670ED0E-B12C-5145-A464-D9FC11842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757" y="3871755"/>
            <a:ext cx="3683708" cy="159170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B8D1801-D6B5-450A-77BF-09C14BC23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556" y="3871755"/>
            <a:ext cx="3747912" cy="159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9408-AC43-243E-5145-CC04DEF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1722" y="266080"/>
            <a:ext cx="5431971" cy="846301"/>
          </a:xfrm>
        </p:spPr>
        <p:txBody>
          <a:bodyPr/>
          <a:lstStyle/>
          <a:p>
            <a:r>
              <a:rPr lang="en-IN" dirty="0"/>
              <a:t>Quotation form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6462A8-7163-4B39-95F8-1CFD3AAB5F8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2A226A-5CFE-12A9-75BE-39502D737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309" y="969818"/>
            <a:ext cx="5804384" cy="562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25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9408-AC43-243E-5145-CC04DEF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1722" y="266080"/>
            <a:ext cx="5431971" cy="888163"/>
          </a:xfrm>
        </p:spPr>
        <p:txBody>
          <a:bodyPr/>
          <a:lstStyle/>
          <a:p>
            <a:r>
              <a:rPr lang="en-IN" dirty="0"/>
              <a:t>Form submission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6462A8-7163-4B39-95F8-1CFD3AAB5F8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E6D9C-63B5-2551-4558-DF4640537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722" y="880492"/>
            <a:ext cx="4504387" cy="582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99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9408-AC43-243E-5145-CC04DEF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1722" y="266080"/>
            <a:ext cx="5431971" cy="888163"/>
          </a:xfrm>
        </p:spPr>
        <p:txBody>
          <a:bodyPr/>
          <a:lstStyle/>
          <a:p>
            <a:r>
              <a:rPr lang="en-IN" dirty="0"/>
              <a:t>Office location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6462A8-7163-4B39-95F8-1CFD3AAB5F8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CA67E-CF14-FABC-A7DF-5BAF974D1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90" y="1071856"/>
            <a:ext cx="6426703" cy="564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028101"/>
            <a:ext cx="5111750" cy="1204912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312826"/>
            <a:ext cx="5111750" cy="238343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1600" dirty="0"/>
              <a:t>The project was chosen to eliminate the limited reach </a:t>
            </a:r>
          </a:p>
          <a:p>
            <a:r>
              <a:rPr lang="en-US" sz="1600" dirty="0"/>
              <a:t>The website is being built using REACT.JS library with STYLED-COMPONENTS</a:t>
            </a:r>
          </a:p>
          <a:p>
            <a:r>
              <a:rPr lang="en-US" sz="1600" dirty="0"/>
              <a:t>Currently this has 4-pages that are providing required details to attract customers</a:t>
            </a:r>
          </a:p>
          <a:p>
            <a:r>
              <a:rPr lang="en-US" sz="1600" dirty="0"/>
              <a:t>It also contains a form that will be used by customers to share contact details</a:t>
            </a:r>
          </a:p>
          <a:p>
            <a:r>
              <a:rPr lang="en-US" sz="1600" dirty="0"/>
              <a:t>Adding testimonials section is our next priority in this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light pitch_tm56180624_Win32_LW_SL_v3" id="{5A4404DB-4ECC-4373-8C35-B428B8CCB737}" vid="{DB02F28E-0C23-47F0-A348-62748A79E2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660</TotalTime>
  <Words>374</Words>
  <Application>Microsoft Office PowerPoint</Application>
  <PresentationFormat>Widescreen</PresentationFormat>
  <Paragraphs>67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Tenorite</vt:lpstr>
      <vt:lpstr>Tenorite (Body)</vt:lpstr>
      <vt:lpstr>Monoline</vt:lpstr>
      <vt:lpstr>Mini project PRESENTATION  topic  transportation services website </vt:lpstr>
      <vt:lpstr>ABOUT project</vt:lpstr>
      <vt:lpstr>Why this project</vt:lpstr>
      <vt:lpstr>THE PROJECT WILL PROVIDE FOLLOWING SOLUTIONS</vt:lpstr>
      <vt:lpstr>project BENEFITS</vt:lpstr>
      <vt:lpstr>Technologies used</vt:lpstr>
      <vt:lpstr>React.js</vt:lpstr>
      <vt:lpstr>Styled-components</vt:lpstr>
      <vt:lpstr>Project structure  </vt:lpstr>
      <vt:lpstr>Quotation form</vt:lpstr>
      <vt:lpstr>Form submission</vt:lpstr>
      <vt:lpstr>Office location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Yogesh Pandey</dc:creator>
  <cp:lastModifiedBy>Yogesh Pandey</cp:lastModifiedBy>
  <cp:revision>36</cp:revision>
  <dcterms:created xsi:type="dcterms:W3CDTF">2022-11-29T16:35:28Z</dcterms:created>
  <dcterms:modified xsi:type="dcterms:W3CDTF">2022-12-05T05:02:51Z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